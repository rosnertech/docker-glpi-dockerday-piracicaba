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b333e7902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b333e7902_3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b333e7902_3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fb333e7902_3_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333e7902_3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fb333e7902_3_8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b333e7902_3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fb333e7902_3_8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b333e7902_3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fb333e7902_3_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b333e7902_3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fb333e7902_3_9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b333e7902_3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fb333e7902_3_10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b333e7902_3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fb333e7902_3_10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b333e7902_3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fb333e7902_3_10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b333e7902_3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fb333e7902_3_1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b333e7902_3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fb333e7902_3_1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b333e7902_3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fb333e7902_3_1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b333e7902_3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fb333e7902_3_1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b333e7902_3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fb333e7902_3_1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b333e7902_3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fb333e7902_3_1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85763" y="1198364"/>
            <a:ext cx="4371975" cy="826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771525" y="2185988"/>
            <a:ext cx="3600450" cy="985838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57175" y="900113"/>
            <a:ext cx="4629150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406301" y="2478881"/>
            <a:ext cx="4371975" cy="766167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  <a:defRPr b="1" sz="2300" cap="none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406301" y="1635026"/>
            <a:ext cx="4371975" cy="843855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57175" y="900113"/>
            <a:ext cx="2271713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2984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614613" y="900113"/>
            <a:ext cx="2271713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2984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57175" y="863501"/>
            <a:ext cx="2272606" cy="359866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57175" y="1223367"/>
            <a:ext cx="2272606" cy="2222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2984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612827" y="863501"/>
            <a:ext cx="2273498" cy="359866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612827" y="1223367"/>
            <a:ext cx="2273498" cy="2222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2984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57175" y="153591"/>
            <a:ext cx="1692176" cy="653653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1" sz="11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010966" y="153591"/>
            <a:ext cx="2875359" cy="3292376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2984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indent="-2984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indent="-2984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indent="-2984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indent="-2984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57175" y="807244"/>
            <a:ext cx="1692176" cy="2638723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008162" y="2700338"/>
            <a:ext cx="3086100" cy="31879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1" sz="11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008162" y="344686"/>
            <a:ext cx="3086100" cy="2314575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008162" y="3019128"/>
            <a:ext cx="3086100" cy="452735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298823" y="-141535"/>
            <a:ext cx="2545854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661940" y="1221582"/>
            <a:ext cx="3291483" cy="1157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304502" y="107157"/>
            <a:ext cx="3291483" cy="3386138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57175" y="900113"/>
            <a:ext cx="4629150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429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6" title="perfil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9499" y="-121425"/>
            <a:ext cx="2338350" cy="311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9" title="qrcode-rosnertech-v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0175" y="1231450"/>
            <a:ext cx="3511200" cy="35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